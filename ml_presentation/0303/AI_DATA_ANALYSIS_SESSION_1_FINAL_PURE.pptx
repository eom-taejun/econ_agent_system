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 주제: 머신러닝의 철학과 여정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상관관계 ≠ 인과관계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현상: 무릎 통증과 우천 발생의 높은 상관성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오류: 무릎의 생리적 변화가 기상 현상의 원인은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핵심: 데이터 표면의 상관성에서 잘못된 인과를 도출하는 오류 방지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통계학의 철학: 인과 규명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목적: 모집단의 데이터 생성 프로세스 식별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방법: 샘플 추출을 통한 모수 추정 및 가설 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가치: 수식적 증명과 추론의 신뢰성에 대한 엄격한 집착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분석의 기초: 선형회귀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수식: y = ax +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해석: 독립변수의 단위 변화에 따른 종속변수의 한계 반응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의미: 인과 구조 모델링의 가장 강력한 기초 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통계학의 한계: 다중공선성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현상: 독립변수 간 강한 선형 상관관계 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결과: 회귀 계수의 분산 폭주 및 개별 계수 식별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역행렬 존재 조건 위반에 따른 수치적 불안정성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통계학의 한계: 차원의 저주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현상: 차원 증가에 따른 데이터 밀도의 지수적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영향: 거리 기반 알고리즘 무력화 및 희소성 발생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한계: 고차원 데이터에서 고전적 추정 방식의 성능 급감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머신러닝의 시대적 등장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데이터: 폭발적으로 증가하는 비정형 고차원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컴퓨팅: 대규모 병렬 연산 자원의 보급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패러다임: 엄밀한 인과 증명에서 압도적 예측 정확도로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머신러닝의 정의와 기전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정의: 명시적 프로그래밍 없이 데이터로부터 규칙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메커니즘: 손실 함수 최소화를 위한 가중치 최적화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핵심: 경험적 증거 기반의 일반화 성능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과적합: 정확도의 독배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현상: 학습 오차는 감소하나 검증 오차는 폭주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본질: 데이터 내 신호가 아닌 노이즈를 학습한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경계: 훈련 데이터 암기와 진정한 학습의 구분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모델 복잡도와 예측력의 역설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단순 모델: 높은 편향과 낮은 분산으로 일반화 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복잡 모델: 낮은 편향과 높은 분산으로 과적합 위험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목표: 편향과 분산 트레이드오프 사이의 최적점 포착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모델 선택 지표: AIC 및 BIC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AIC: 적합도와 파라미터 수의 균형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BIC: 표본 크기에 따른 강한 패널티 부여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목표: 불필요한 변수 증가를 억제하는 정보 이론적 접근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정규화 기법: Ridge 및 Lasso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목적: 목적 함수에 가중치 크기에 대한 벌점항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Ridge: 가중치의 제곱합 억제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Lasso: 가중치 절대값 합 억제 및 자동 변수 선택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차원 축소: PCA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원리: 데이터 분산이 최대화되는 새로운 직교 축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목적: 고유값 분해를 통한 정보 손실의 최소화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효과: 다중공선성 해결 및 핵심 잠재 변수 도출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