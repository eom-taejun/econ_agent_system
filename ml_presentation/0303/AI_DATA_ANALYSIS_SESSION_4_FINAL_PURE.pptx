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강의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latin typeface="Arial"/>
              </a:defRPr>
            </a:pPr>
            <a:r>
              <a:t>• 학회: Parrot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latin typeface="Arial"/>
              </a:defRPr>
            </a:pPr>
            <a:r>
              <a:t>• 강의 주제: 성능 평가 지표와 모델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latin typeface="Arial"/>
              </a:defRPr>
            </a:pPr>
            <a:r>
              <a:t>• 강의자: 엄태준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오차 행렬과 평가의 지평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구성: 실제 데이터와 모델 예측의 2x2 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지표: 정탐지, 미탐지, 오탐지, 정상탐지의 물리적 의미 파악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가치: 단순 정확도를 넘어서는 모델의 다각도 분석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정밀도와 재현율의 상충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정밀도: 모델이 확신한 결과의 실제 적중률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재현율: 실제 정답 중 모델이 검출해낸 비중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이유: 임계값 설정에 따른 두 지표 간의 트레이드오프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F1 스코어와 모델 잠재력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F1 스코어: 정밀도와 재현율의 조화 평균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분류 성능: 임계값 변화에 따른 모델 자체의 분류 잠재력 평가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특징: 산술 평균보다 낮은 값에 민감하여 불균형 성능 반영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비즈니스 스위트 스팟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분석: 오탐 비용과 미탐 비용의 비대칭성 고려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전략: 도메인 특성에 따른 최적 임계값 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결론: 수학적 최적점이 아닌 비즈니스 가치 최적점 추구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