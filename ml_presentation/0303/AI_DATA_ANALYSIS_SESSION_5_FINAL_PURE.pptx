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강의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학회: Parrot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 주제: XAI와 데이터 설득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latin typeface="Arial"/>
              </a:defRPr>
            </a:pPr>
            <a:r>
              <a:t>• 강의자: 엄태준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블랙박스의 공포와 XAI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현상: 복잡도가 극대화된 앙상블 모델의 불투명성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리스크: 인과관계 부재로 인한 모델의 신뢰성 및 규제 결여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목표: 인공지능 판단 근거를 인간의 언어로 번역하는 해석력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설득의 마스터키: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배경: 협력 게임 이론 기반의 샤플리 값 차용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원리: 모든 가능한 조합에서 변수의 한계 기여도 공정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강점: 전역적 해석과 국소적 해석의 수학적 일관성 보장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83593"/>
                </a:solidFill>
                <a:latin typeface="Arial"/>
              </a:defRPr>
            </a:pPr>
            <a:r>
              <a:t>에이전틱 AI를 향한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303520" cy="411480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미래: 자율적으로 판단하고 행동하는 자율 행동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5661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핵심: 에이전트의 결정 지능은 결국 정교한 머신러닝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486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32323"/>
                </a:solidFill>
                <a:latin typeface="Arial"/>
              </a:defRPr>
            </a:pPr>
            <a:r>
              <a:t>• 결론: 도구를 지배하는 자가 미래 지능 시스템을 설계함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