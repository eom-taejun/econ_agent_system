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 주제: XGBoost와 부스팅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부스팅의 진화: 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원리: 경사 하강법을 부스팅 프로세스에 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손실 함수의 음의 기울기를 잔차의 근사값으로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한계: 순차적 연산으로 인한 느린 속도와 과적합 위험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XGBoost의 혁신: 테일러 전개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수식: 2차 미분항을 활용한 목적 함수의 정밀 근사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더 빠르고 정확하게 최적의 분할 지점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효과: 수렴 속도의 비약적 향상 및 계산 정확도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자체 정규화와 시스템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정규화: 목적 함수 내 정규화 항 직접 내장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시스템: 캐시 최적화 및 블록 압축 기술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병렬화: 분할 지점 탐색의 병렬 처리를 통한 시간 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차세대 엔진: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차별점: 수평적 확장이 아닌 수직적 깊이 위주 성장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이유: 대규모 데이터셋에서 계산 복잡도 및 메모리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특징: 범주형 변수의 자동 처리 및 압도적인 학습 속도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