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 주제: 트리 모델과 앙상블의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의사결정 나무의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원리: 재귀적 분할을 통한 정보 획득 극대화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지표: 지니 불순도 및 엔트로피의 최소화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장점: 비선형 구조 학습 및 높은 해석 가능성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단일 나무의 치명적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문제: 구조적 불안정성과 높은 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원인: 데이터의 작은 변동에도 분할 경계가 크게 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결과: 단독 모델로는 과적합을 피하기 매우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앙상블: 집단 지성의 수식화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철학: 약한 학습기들의 결합을 통한 강력한 분류기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개별 모델의 편향이나 분산을 결합을 통해 상쇄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분류: 병렬 학습과 순차 학습 방법론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병렬 학습의 원리: 랜덤 포레스트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핵심: 복원 추출을 통한 데이터 다양성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혁신: 변수 무작위 선택으로 나무 간 상관관계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효과: 대수의 법칙에 기반한 분산 억제 및 안정성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순차 학습: 오차의 연속 교정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철학: 이전 모델이 해결하지 못한 오차에 집중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원리: 잔차를 줄여나가는 방향으로 새로운 모델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목표: 모델의 편향을 획기적으로 낮추는 고성능 달성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