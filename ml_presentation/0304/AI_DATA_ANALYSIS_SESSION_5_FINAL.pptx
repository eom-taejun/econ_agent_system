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 주제: XAI와 SHAP를 활용한 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성능 뒤에 숨겨진 공포: 블랙박스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현상: 모델의 예측 성능은 경이롭지만 왜 그런 판단을 내렸는지 알 수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리스크: 편향된 데이터 학습으로 인한 윤리적 오류 및 사회적 지탄의 위험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문제: 실무자가 모델의 결론을 신뢰하지 못해 실제 행동으로 연결 불가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설명 가능한 AI의 탄생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AI의 판단 근거를 사람이 이해할 수 있는 언어와 시각 자료로 번역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필요성: 규제가 강한 금융, 의료, 법률 분야의 배포를 위한 필수 요건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목적: 예측의 정확도와 설명의 가능성 사이의 가교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XAI의 역사와 시대적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과거: 단순하지만 설명력이 높은 선형 모델이나 단일 트리 중심의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현재: 성능은 압도적이나 내부는 불투명한 딥러닝 및 앙상블 모델의 전성기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미래: 복잡한 성능을 유지하면서 내부를 들여다보는 해석 기술의 결합 시대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해석의 두 층위: 글로벌 vs 로컬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글로벌 해석: 모델 전체가 전반적으로 어떤 변수를 중요하게 판단하는가?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로컬 해석: 왜 이 특정한 고객 혹은 샘플에 대해 이런 예측이 나왔는가?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전체적 시장 경향 파악과 개별 고객 대응 (CS 등)의 동시 만족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블랙박스를 여는 마스터키: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배경: 노벨 경제학상을 수상한 게임 이론의 샤플리 값 차용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개념: 여러 변수 (플레이어)가 협력하여 만든 예측치 (상금)를 공정하게 분배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강점: 수학적으로 유일하게 증명된, 변수 기여도 산출의 가장 견고한 방식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SHAP의 수학적 Why: 한계 기여도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수식: 각 변수가 포함된 모든 조합과 포함되지 않은 조합의 예측치 차이 합산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원리: 특정 변수가 존재할 때의 순수한 증분을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결과: 각 변수가 최종 예측값을 위로 (+), 아래로 얼마나 밀었는지 정량화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시각화의 정점: 워터폴 차트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구성: 기본 기대값에서 시작해 변수별 기여도가 쌓이는 계단형 도식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해석: 붉은색 막대는 예측값 상승 기여, 파란색 막대는 하락 기여를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효과: 복잡한 모델의 연산 과정을 누구나 이해할 수 있는 시각 언어로 치환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설득의 강력한 무기: SHAP 활용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사례: "이 고객의 대출 거절 이유는 낮은 연봉보다 연체 이력의 기여가 컸습니다"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대응: 단순한 통보를 넘어선 구체적 근거 제시로 고객 납득 및 리스크 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가치: 모델의 수치적 결론을 조직이 움직일 수 있는 설득력 있는 스토리로 변환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SHAP 사용 시의 전문가적 경계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한계: 변수 간 다중공선성이 극심할 경우 기여도가 분산되어 왜곡될 위험 존재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주의: SHAP 값은 인과관계가 아닌 모델 내부의 기여도임을 명심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당부: 산출된 수치에 도메인 지식을 결합하여 타당성 상시 검토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머신러닝 모델러의 진짜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정의: 복잡한 숫자와 비즈니스 현장의 언어 사이를 연결하는 전문 통역관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임무: 모델의 알고리즘 폭주를 제어하는 문지기이자 성과를 전파하는 전도사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기술: 수학적 최적화 능력만큼 중요한 데이터 기반의 스토리텔링 및 설득 역량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수미상관: 에이전틱 AI 시대로의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미래: 스스로 목표를 설정하고 행동하는 자율적 에이전트의 시대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핵심: 에이전트의 모든 의사결정 뇌 속에는 우리가 배운 ML 모델이 존재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준비: 예측 모듈과 해석 모듈을 자유자재로 설계하고 호출하는 엔지니어링 능력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5주간의 여정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1차시: 머신러닝의 철학적 뿌리와 통계학적 한계 인식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2~3차시: 트리 앙상블과 부스팅을 통한 예측 성능의 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4~5차시: 정밀한 평가를 통한 가치 증명과 데이터 기반 설득의 미학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나만의 결론을 위한 마지막 제언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ML의 본질: 정답을 알려주는 마법이 아닌, 문제를 해결하는 가장 날카로운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학습의 가치: 도구의 사용법을 넘어 데이터 뒤에 숨겨진 진실을 꿰뚫는 눈 양성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메시지: 배운 키워드들을 나침반 삼아 스스로 가설을 세우고 증명하며 성장할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83593"/>
                </a:solidFill>
                <a:latin typeface="Arial"/>
              </a:defRPr>
            </a:pPr>
            <a:r>
              <a:t>마무리: 질문이 해답을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03A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37490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[VISUAL GUIDE]</a:t>
            </a:r>
            <a:br/>
            <a:r>
              <a:t>추후 관련 이미지 또는 그래프 삽입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질문: "이 결과는 왜 도출되었는가?", "데이터는 우리에게 무엇을 속이고 있는가?"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실천: 도구를 의심하고 끊임없이 데이터를 정제하며 통찰의 깊이를 더할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32323"/>
                </a:solidFill>
                <a:latin typeface="Arial"/>
              </a:defRPr>
            </a:pPr>
            <a:r>
              <a:t>• 인사: 5주간의 긴 분석 여정을 함께해주셔서 감사합니다. 수고하셨습니다!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