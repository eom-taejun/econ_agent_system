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강의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학회: Parrot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강의 주제: 트리 모델과 앙상블의 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강의자: 엄태준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의사결정 나무의 직관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원리: 스무고개 방식의 재귀적 데이터 분할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특징: 복잡한 비선형 현상을 단순한 이진 질문들로 해체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목표: 집단의 불순도를 최소화하는 최적의 경계면 탐색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분할의 기준: 지니 계수와 엔트로피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지니 계수: 집단 내 잘못 분류될 확률을 수치화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엔트로피: 정보 이론 관점의 무질서도 측정 지표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Why: 어떤 질문이 정보 획득을 극대화하는지 판단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나무 모델의 강점: 투명성과 해석력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특징: 판단의 근거를 트리 도식으로 직접 확인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로직의 흐름이 명확하여 비즈니스 설득 및 규제 대응에 유리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차별점: 블랙박스가 아닌 화이트박스 모델의 전형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단일 나무의 치명적 한계: 불안정성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문제: 데이터의 미세한 변화에도 트리 구조가 급변함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원인: 훈련 데이터의 국소적 특징에 너무 깊게 파고드는 경향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결과: 일반화 성능이 낮고 예측 결과의 분산이 매우 높음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이론적 배경: 편향과 분산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편향: 모델의 단순함으로 인해 데이터의 본질적 관계를 놓치는 오차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분산: 데이터 변화에 모델이 민감하게 반응하여 발생하는 오차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핵심: 모델의 총 오차는 이 두 요소의 합으로 구성됨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바이어스-베리언스 트레이드오프의 역설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상충 관계: 편향을 줄이면 분산이 늘고, 분산을 줄이면 편향이 증가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목표: 두 오차의 합이 최소화되는 최적의 모델 복잡도 탐색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해결: 단일 모델의 한계를 극복하기 위한 앙상블의 필요성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앙상블의 철학: 집단 지성의 수식화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개념: 하나의 천재보다 수만 명의 평범한 모델들의 결합이 강력함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방식: 여러 개의 약한 학습기를 하나로 묶어 성능 극대화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전략: 개별 모델의 고유한 오류를 서로 상쇄하며 견고함 유지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앙상블의 두 줄기: 배깅과 부스팅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구분: 모델을 병렬로 결합하는가, 순차로 결합하는가에 따른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배깅: 분산을 줄여 모델의 안정성을 높이는 데 주력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부스팅: 편향을 줄여 모델의 정확도를 높이는 데 주력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방법론 1: 배깅의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핵심: 부트스트랩 샘플링을 통한 데이터 다양성 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과정: 중복을 허용한 무작위 샘플 추출 및 독립적 병렬 학습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효과: 여러 데이터 단면을 학습한 모델들의 결과를 평균화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배깅의 정점: 랜덤 포레스트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혁신: 데이터뿐만 아니라 변수도 무작위로 선택하여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효과: 나무들 간의 상관관계를 낮추어 독립성 극대화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대수의 법칙에 기반하여 분산을 획기적으로 낮춘 안정적 도구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방법론 2: 부스팅의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핵심: 이전 모델의 실수를 다음 모델이 이어받아 집중적으로 교정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과정: 오답 데이터에 더 큰 가중치를 부여하여 순차적 학습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목표: 모델이 풀기 어려워하는 데이터 영역을 정복하여 성능 향상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부스팅의 순차 학습 메커니즘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방식: 이전 단계의 오차를 새로운 타겟으로 설정하여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가중치 조정: 틀린 샘플은 강조하고 맞춘 샘플의 비중은 축소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진화: 반복을 거듭할수록 전체 모델의 표현력이 비약적으로 향상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부스팅의 마법: 편향 제거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이유: 단순한 모델들을 누적하여 복잡한 데이터 경계를 정밀하게 묘사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효과: 앙상블을 거듭할수록 예측값이 실제값에 극도로 수렴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Why: 학습의 초점이 항상 해결되지 않은 잔차에 맞춰져 있기 때문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비교 분석: 배깅 vs 부스팅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속도: 병렬 처리가 가능한 배깅이 순차 학습인 부스팅보다 유리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성능: 하이퍼파라미터 최적화 시 부스팅이 일반적으로 높은 정확도 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안정성: 배깅은 과적합에 매우 강하며, 부스팅은 과적합 위험 관리 필수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피처 임포턴스: 앙상블의 판단 근거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의미: 수만 번의 데이터 분할 중 특정 변수가 기여한 총량 측정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지표: 불순도를 낮춘 정도나 예측 정확도 기여도를 전역적으로 집계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한계: 변수 간 다중공선성이 높을 경우 특정 변수의 영향력이 왜곡될 위험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결론: 도구의 전략적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성격: 데이터의 노이즈가 많으면 배깅, 정확도가 우선이면 부스팅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학습: 각 기법의 수학적 원리와 트레이드오프 관계를 명확히 인지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메시지: 문제의 성격에 맞춰 최적의 앙상블 무기를 골라 쓰는 통찰력 배양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